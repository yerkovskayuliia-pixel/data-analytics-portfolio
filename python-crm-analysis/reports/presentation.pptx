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Меня зовут [Имя]. Я выступала в роли аналитика данных для онлайн-школы X. Задача — очистить данные CRM, понять, как работают маркетинг и отдел продаж, посчитать юнит-экономику и предложить гипотезу роста с планом A/B-теста не дольше двух недель.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были «грязными». Главное: я взяла xlsx, а не csv — в csv кириллица превратилась в знаки вопроса, а 19-значные ID округлились, и таблицы нельзя было связать. Удалила 1 771 технический дубль лида — по FAQ это дубли, и они занижали бы конверсию. Ошибки ввода я не удаляла, а исправляла: дату закрытия раньше создания обнулила, первый платёж больше стоимости курса ограничила стоимостью. Студентом считаю только сделку с оплатой и заполненным сроком обучения — так сказано в FAQ. Всё это — в модуле src/cleaning.py, он выводит журнал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Из 100 лидов покупают около четырёх. Если посмотреть на причины потерь, на первом месте не цена, а то, что клиент не отвечает или перестал отвечать — это 40% проигранных сделок, а вместе с неверным номером — половина. Значит, проблема в первую очередь в контакте с клиентом, а не в продукте.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Поток лидов вырос с 600 до почти 3 000 в месяц, звонки росли синхронно с ним — корреляция 0.94. Но конверсия весной 2024 упала до 2.6–3.4% против 5–6% осенью. Отдел продаж не успевает качественно обработать возросший поток. Последние месяцы ещё дозревают, но тренд виден и раньше.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— главный канал: дешёвый лид и средняя конверсия, CAC около 170 евро. Google Ads даёт ту же конверсию, но лид в два раза дороже. Лучшие по качеству — органика и вебинары. Отдельно: кампания performancemax_eng_DE потратила 34 тысячи евро, почти четверть бюджета, и принесла одного студента — её стоит отключить.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Marketing — самый популярный и доходный курс. Интересно, что вечерние группы конвертируются почти в два раза лучше утренних: их выбирают работающие люди с более осознанным решением. По географии ядро — Германия, крупнейший рынок — Берлин, а лучший сегмент — Берлин с уровнем немецкого B1. Среди менеджеров разброс медианного времени ответа — от 2 до 12 часов.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Юнит — лид. Все три продукта прибыльны после маркетинга: стоимость студента около 180 евро при доходе с одного студента от 2.7 до 4.8 тысячи. Анализ чувствительности: +10% к конверсии, среднему платежу или числу платежей дают одинаковые +358 тысяч маржи, снижение стоимости лида — всего 15 тысяч. Я выбрала конверсию: у неё самый большой запас, и мы видели конкретный механизм — недозвон.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Дерево метрик: маржа зависит от выручки, выручка — от конверсии, конверсия — от того, дозвонились ли мы до клиента, а это — от скорости первого ответа. В данных лидам, которым ответили быстрее 15 минут, дозваниваются в 77% случаев против 52%, и квалифицированных среди них почти вдвое больше — разница статистически значима. Но это корреляция, поэтому её нужно проверить A/B-тестом.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Оплата приходит в среднем через 17 дней, поэтому за две недели её не измерить. Первичная метрика — доля лидов с разговором в первые 24 часа: она меряется за день и связана с конверсией. Рандомизация по ID лида 50/50, при 74 лидах в день за 14 дней набирается по 519 в группе, а нужно 384 — тест укладывается в две недели с запасом. Альфа 0.05, мощность 80%, z-тест для долей. Конверсию в оплату подтверждаем через 45 дней.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бизнес прибылен, но теряет большинство лидов на этапе первого контакта. Рекомендую запустить тест скорости ответа — при подтверждении это около +385 тысяч евро маржи в год. Параллельно — перераспределить бюджет из неэффективных кампаний, расширить вечерний формат и навести порядок в UTM-разметке и обязательных полях CRM. Главное открытие для меня: выручку нельзя брать из одного поля — её пришлось восстанавливать по нескольким полям и правилам из FAQ. Спасибо, готова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ФИНАЛЬНЫЙ ПРОЕКТ · PYTHON FOR DATA ANALYSIS + PRODUCT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Анализ CRM онлайн-школы программирования: где теряются продажи и как их вернуть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2514E"/>
                </a:solidFill>
              </a:defRPr>
            </a:pPr>
            <a:r>
              <a:t>Данные: 4 выгрузки CRM — Contacts, Calls, Spend, Deals · 07.2023 – 06.2024</a:t>
            </a:r>
          </a:p>
          <a:p>
            <a:pPr>
              <a:spcAft>
                <a:spcPts val="800"/>
              </a:spcAft>
              <a:defRPr sz="1800" b="0">
                <a:solidFill>
                  <a:srgbClr val="52514E"/>
                </a:solidFill>
              </a:defRPr>
            </a:pPr>
            <a:r>
              <a:t>Инструменты: Python (pandas, matplotlib/seaborn, scipy, statsmodels), Jupyter, Plotly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B0B0B"/>
                </a:solidFill>
              </a:defRPr>
            </a:pPr>
            <a:r>
              <a:t>19 822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514E"/>
                </a:solidFill>
              </a:defRPr>
            </a:pPr>
            <a:r>
              <a:t>лида после очистки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39319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B0B0B"/>
                </a:solidFill>
              </a:defRPr>
            </a:pPr>
            <a:r>
              <a:t>837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572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514E"/>
                </a:solidFill>
              </a:defRPr>
            </a:pPr>
            <a:r>
              <a:t>студентов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B0B0B"/>
                </a:solidFill>
              </a:defRPr>
            </a:pPr>
            <a:r>
              <a:t>€3.58 млн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572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514E"/>
                </a:solidFill>
              </a:defRPr>
            </a:pPr>
            <a:r>
              <a:t>выручки получено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9319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B0B0B"/>
                </a:solidFill>
              </a:defRPr>
            </a:pPr>
            <a:r>
              <a:t>€149.5k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572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514E"/>
                </a:solidFill>
              </a:defRPr>
            </a:pPr>
            <a:r>
              <a:t>рекламный бюджет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1 ·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Очистка данных: 15 правил, каждое обосновано FAQ заказчика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0B0B0B"/>
                </a:solidFill>
              </a:defRPr>
            </a:pPr>
            <a:r>
              <a:t>• xlsx вместо csv: в csv потеряна кириллица и точность 19-значных ID</a:t>
            </a:r>
          </a:p>
          <a:p>
            <a:pPr>
              <a:spcAft>
                <a:spcPts val="800"/>
              </a:spcAft>
              <a:defRPr sz="1600" b="0">
                <a:solidFill>
                  <a:srgbClr val="0B0B0B"/>
                </a:solidFill>
              </a:defRPr>
            </a:pPr>
            <a:r>
              <a:t>• −1 771 технический дубль лидов (Lost Reason = Duplicate)</a:t>
            </a:r>
          </a:p>
          <a:p>
            <a:pPr>
              <a:spcAft>
                <a:spcPts val="800"/>
              </a:spcAft>
              <a:defRPr sz="1600" b="0">
                <a:solidFill>
                  <a:srgbClr val="0B0B0B"/>
                </a:solidFill>
              </a:defRPr>
            </a:pPr>
            <a:r>
              <a:t>• 38 дат закрытия раньше создания → NaT</a:t>
            </a:r>
          </a:p>
          <a:p>
            <a:pPr>
              <a:spcAft>
                <a:spcPts val="800"/>
              </a:spcAft>
              <a:defRPr sz="1600" b="0">
                <a:solidFill>
                  <a:srgbClr val="0B0B0B"/>
                </a:solidFill>
              </a:defRPr>
            </a:pPr>
            <a:r>
              <a:t>• 49 платежей &gt; стоимости курса → ограничены; 6 опечаток в цене</a:t>
            </a:r>
          </a:p>
          <a:p>
            <a:pPr>
              <a:spcAft>
                <a:spcPts val="800"/>
              </a:spcAft>
              <a:defRPr sz="1600" b="0">
                <a:solidFill>
                  <a:srgbClr val="0B0B0B"/>
                </a:solidFill>
              </a:defRPr>
            </a:pPr>
            <a:r>
              <a:t>• 792 демо-доступа (0/1/9 €) — не студенты</a:t>
            </a:r>
          </a:p>
          <a:p>
            <a:pPr>
              <a:spcAft>
                <a:spcPts val="800"/>
              </a:spcAft>
              <a:defRPr sz="1600" b="0">
                <a:solidFill>
                  <a:srgbClr val="0B0B0B"/>
                </a:solidFill>
              </a:defRPr>
            </a:pPr>
            <a:r>
              <a:t>• «б1», «в1», «B1 (до февраля)» → единый уровень CEFR</a:t>
            </a:r>
          </a:p>
          <a:p>
            <a:pPr>
              <a:spcAft>
                <a:spcPts val="800"/>
              </a:spcAft>
              <a:defRPr sz="1600" b="0">
                <a:solidFill>
                  <a:srgbClr val="0B0B0B"/>
                </a:solidFill>
              </a:defRPr>
            </a:pPr>
            <a:r>
              <a:t>• суммы «€ 3.500,00» → числа; SLA → секунды</a:t>
            </a:r>
          </a:p>
          <a:p>
            <a:pPr>
              <a:spcAft>
                <a:spcPts val="800"/>
              </a:spcAft>
              <a:defRPr sz="1600" b="0">
                <a:solidFill>
                  <a:srgbClr val="0B0B0B"/>
                </a:solidFill>
              </a:defRPr>
            </a:pPr>
            <a:r>
              <a:t>• пропуски — явные метки (Unknown, Not rated), а не удаление строк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2514E"/>
                </a:solidFill>
              </a:defRPr>
            </a:pPr>
            <a:r>
              <a:t>Определение студента</a:t>
            </a:r>
          </a:p>
          <a:p>
            <a:pPr>
              <a:spcAft>
                <a:spcPts val="800"/>
              </a:spcAft>
              <a:defRPr sz="1600" b="0">
                <a:solidFill>
                  <a:srgbClr val="52514E"/>
                </a:solidFill>
              </a:defRPr>
            </a:pPr>
            <a:r>
              <a:t>Payment Done + заполнен Months of study + не демо → 837 из 856 оплат</a:t>
            </a:r>
          </a:p>
          <a:p>
            <a:pPr>
              <a:spcAft>
                <a:spcPts val="800"/>
              </a:spcAft>
              <a:defRPr sz="1600" b="0">
                <a:solidFill>
                  <a:srgbClr val="52514E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52514E"/>
                </a:solidFill>
              </a:defRPr>
            </a:pPr>
            <a:r>
              <a:t>Выручка</a:t>
            </a:r>
          </a:p>
          <a:p>
            <a:pPr>
              <a:spcAft>
                <a:spcPts val="800"/>
              </a:spcAft>
              <a:defRPr sz="1600" b="0">
                <a:solidFill>
                  <a:srgbClr val="52514E"/>
                </a:solidFill>
              </a:defRPr>
            </a:pPr>
            <a:r>
              <a:t>первый платёж + помесячные платежи за отученные месяцы, не больше стоимости курса</a:t>
            </a:r>
          </a:p>
          <a:p>
            <a:pPr>
              <a:spcAft>
                <a:spcPts val="800"/>
              </a:spcAft>
              <a:defRPr sz="1600" b="0">
                <a:solidFill>
                  <a:srgbClr val="52514E"/>
                </a:solidFill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52514E"/>
                </a:solidFill>
              </a:defRPr>
            </a:pPr>
            <a:r>
              <a:t>Результат</a:t>
            </a:r>
          </a:p>
          <a:p>
            <a:pPr>
              <a:spcAft>
                <a:spcPts val="800"/>
              </a:spcAft>
              <a:defRPr sz="1600" b="0">
                <a:solidFill>
                  <a:srgbClr val="52514E"/>
                </a:solidFill>
              </a:defRPr>
            </a:pPr>
            <a:r>
              <a:t>4 чистые таблицы в CSV (для BI) и pickle (сохраняет типы)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2 · ВОРОНКА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96% лидов не доходят до оплаты, и 40% проигранных — это «не дозвонились»</a:t>
            </a:r>
          </a:p>
        </p:txBody>
      </p:sp>
      <p:pic>
        <p:nvPicPr>
          <p:cNvPr id="4" name="Picture 3" descr="02_lost_r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766560" cy="28349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2A78D6"/>
                </a:solidFill>
              </a:defRPr>
            </a:pPr>
            <a:r>
              <a:t>4.2%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4688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514E"/>
                </a:solidFill>
              </a:defRPr>
            </a:pPr>
            <a:r>
              <a:t>лид → студент (C1)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32918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EB6834"/>
                </a:solidFill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39319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514E"/>
                </a:solidFill>
              </a:defRPr>
            </a:pPr>
            <a:r>
              <a:t>проигранных: «не отвечает / перестал отвечать»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54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B0B0B"/>
                </a:solidFill>
              </a:defRPr>
            </a:pPr>
            <a:r>
              <a:t>17 дней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3949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2514E"/>
                </a:solidFill>
              </a:defRPr>
            </a:pPr>
            <a:r>
              <a:t>медиана от заявки до оплаты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3 · ДИНАМИКА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Лидов стало в 3 раза больше, а конверсия упала почти вдвое</a:t>
            </a:r>
          </a:p>
        </p:txBody>
      </p:sp>
      <p:pic>
        <p:nvPicPr>
          <p:cNvPr id="4" name="Picture 3" descr="02_time_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872382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4 · ИСТОЧНИКИ И КАМПАНИИ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Маркетинг: дешёвый лид ≠ хороший лид</a:t>
            </a:r>
          </a:p>
        </p:txBody>
      </p:sp>
      <p:pic>
        <p:nvPicPr>
          <p:cNvPr id="4" name="Picture 3" descr="02_source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95960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Facebook Ads — CAC €172, основной объём</a:t>
            </a: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Google Ads — CAC €344, лид в 2× дороже</a:t>
            </a: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Webinar — C1 8.5%, CAC €111</a:t>
            </a: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Organic — C1 9.5%, лучшие лиды</a:t>
            </a: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performancemax_eng_DE: €34k (23% бюджета) → 1 студент</a:t>
            </a: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Только 29% названий кампаний из Deals есть в Spend → нужна единая UTM-разметка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5 · ОТДЕЛ ПРОДАЖ, ПРОДУКТЫ, ГЕОГРАФИЯ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Продажи: вечерние группы конвертируются вдвое лучше, Берлин + B1 — ядро аудитории</a:t>
            </a:r>
          </a:p>
        </p:txBody>
      </p:sp>
      <p:pic>
        <p:nvPicPr>
          <p:cNvPr id="4" name="Picture 3" descr="02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852160" cy="1844025"/>
          </a:xfrm>
          <a:prstGeom prst="rect">
            <a:avLst/>
          </a:prstGeom>
        </p:spPr>
      </p:pic>
      <p:pic>
        <p:nvPicPr>
          <p:cNvPr id="5" name="Picture 4" descr="02_german_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54480"/>
            <a:ext cx="5212080" cy="24432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2336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• Digital Marketing — 57% студентов, €2.27 млн</a:t>
            </a: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• Вечер: DM 46% vs утро 23%; UX/UI 38% vs 21%</a:t>
            </a: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• Лидеры продаж: Charlie Davis, Ulysses Adams — 32% выручки</a:t>
            </a:r>
          </a:p>
          <a:p>
            <a:pPr>
              <a:spcAft>
                <a:spcPts val="800"/>
              </a:spcAft>
              <a:defRPr sz="1500" b="0">
                <a:solidFill>
                  <a:srgbClr val="0B0B0B"/>
                </a:solidFill>
              </a:defRPr>
            </a:pPr>
            <a:r>
              <a:t>• Медианный SLA менеджеров: от 2 до 12+ часов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6 · ПРОДУКТОВАЯ АНАЛИТИКА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Юнит-экономика: бизнес прибылен, узкое место — конверсия</a:t>
            </a:r>
          </a:p>
        </p:txBody>
      </p:sp>
      <p:pic>
        <p:nvPicPr>
          <p:cNvPr id="4" name="Picture 3" descr="03_unit_econom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11064240" cy="3007127"/>
          </a:xfrm>
          <a:prstGeom prst="rect">
            <a:avLst/>
          </a:prstGeom>
        </p:spPr>
      </p:pic>
      <p:pic>
        <p:nvPicPr>
          <p:cNvPr id="5" name="Picture 4" descr="03_sensi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572000"/>
            <a:ext cx="4886230" cy="2194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475488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0B0B0B"/>
                </a:solidFill>
              </a:defRPr>
            </a:pPr>
            <a:r>
              <a:t>CAC €179 · CLTV €4 275 · CM €3.43 млн</a:t>
            </a:r>
          </a:p>
          <a:p>
            <a:pPr>
              <a:spcAft>
                <a:spcPts val="800"/>
              </a:spcAft>
              <a:defRPr sz="1700" b="1">
                <a:solidFill>
                  <a:srgbClr val="0B0B0B"/>
                </a:solidFill>
              </a:defRPr>
            </a:pPr>
            <a:r>
              <a:t>+10% C1 = +€358k маржи без роста бюджета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7 · ДЕРЕВО МЕТРИК И ГИПОТЕЗА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Гипотеза: ответ за 15 минут увеличит дозвон, а с ним и продажи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B0B0B"/>
                </a:solidFill>
              </a:defRPr>
            </a:pPr>
            <a:r>
              <a:t>CM</a:t>
            </a:r>
          </a:p>
          <a:p>
            <a:pPr>
              <a:spcAft>
                <a:spcPts val="800"/>
              </a:spcAft>
              <a:defRPr sz="1700" b="0">
                <a:solidFill>
                  <a:srgbClr val="0B0B0B"/>
                </a:solidFill>
              </a:defRPr>
            </a:pPr>
            <a:r>
              <a:t>└ Revenue</a:t>
            </a:r>
          </a:p>
          <a:p>
            <a:pPr>
              <a:spcAft>
                <a:spcPts val="800"/>
              </a:spcAft>
              <a:defRPr sz="1700" b="0">
                <a:solidFill>
                  <a:srgbClr val="0B0B0B"/>
                </a:solidFill>
              </a:defRPr>
            </a:pPr>
            <a:r>
              <a:t>   ├ UA (лиды)</a:t>
            </a:r>
          </a:p>
          <a:p>
            <a:pPr>
              <a:spcAft>
                <a:spcPts val="800"/>
              </a:spcAft>
              <a:defRPr sz="1700" b="0">
                <a:solidFill>
                  <a:srgbClr val="0B0B0B"/>
                </a:solidFill>
              </a:defRPr>
            </a:pPr>
            <a:r>
              <a:t>   ├ C1 ◀ точка роста</a:t>
            </a:r>
          </a:p>
          <a:p>
            <a:pPr>
              <a:spcAft>
                <a:spcPts val="800"/>
              </a:spcAft>
              <a:defRPr sz="1700" b="0">
                <a:solidFill>
                  <a:srgbClr val="0B0B0B"/>
                </a:solidFill>
              </a:defRPr>
            </a:pPr>
            <a:r>
              <a:t>   │  └ дозвон за 24 ч (43%)</a:t>
            </a:r>
          </a:p>
          <a:p>
            <a:pPr>
              <a:spcAft>
                <a:spcPts val="800"/>
              </a:spcAft>
              <a:defRPr sz="1700" b="0">
                <a:solidFill>
                  <a:srgbClr val="0B0B0B"/>
                </a:solidFill>
              </a:defRPr>
            </a:pPr>
            <a:r>
              <a:t>   │     └ SLA первого ответа</a:t>
            </a:r>
          </a:p>
          <a:p>
            <a:pPr>
              <a:spcAft>
                <a:spcPts val="800"/>
              </a:spcAft>
              <a:defRPr sz="1700" b="0">
                <a:solidFill>
                  <a:srgbClr val="0B0B0B"/>
                </a:solidFill>
              </a:defRPr>
            </a:pPr>
            <a:r>
              <a:t>   ├ AOV, APC</a:t>
            </a:r>
          </a:p>
          <a:p>
            <a:pPr>
              <a:spcAft>
                <a:spcPts val="800"/>
              </a:spcAft>
              <a:defRPr sz="1700" b="0">
                <a:solidFill>
                  <a:srgbClr val="0B0B0B"/>
                </a:solidFill>
              </a:defRPr>
            </a:pPr>
            <a:r>
              <a:t>└ AC (маркетинг)</a:t>
            </a:r>
          </a:p>
        </p:txBody>
      </p:sp>
      <p:pic>
        <p:nvPicPr>
          <p:cNvPr id="5" name="Picture 4" descr="03_hypothesis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54480"/>
            <a:ext cx="6583680" cy="3216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A78D6"/>
                </a:solidFill>
              </a:defRPr>
            </a:pPr>
            <a:r>
              <a:t>Если новому лиду за 1 минуту автоматически назначать менеджера и писать клиенту в WhatsApp/SMS, а звонок делать ≤ 15 мин, то доля лидов с разговором в первые 24 ч вырастет минимум на 10 п.п. (52% → 62%), потому что клиент ещё «тёплый».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8 · ДИЗАЙН ЭКСПЕРИМЕНТА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A/B-тест: 14 дней, ~520 лидов в группе, решение по дозвону и затем по C1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Единица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новый лид, 50/50 по последней цифре ID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Контроль A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текущий процесс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Тест B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автоназначение + push + сообщение клиенту + звонок ≤ 15 мин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Первичная метрика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доля лидов с разговором ≥ 30 с в первые 24 ч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Вторичные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медианный SLA, доля лидов A+B, доля Lost «не отвечает»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Guardrail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доля Non target, нагрузка на менеджера, отписки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Параметры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α = 0.05, мощность 80%, MDE +10 п.п. → 384 лида/группа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Длительность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14 дней (две полные недели), без досрочной остановки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B0B"/>
                          </a:solidFill>
                        </a:defRPr>
                      </a:pPr>
                      <a:r>
                        <a:t>Анализ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B0B0B"/>
                          </a:solidFill>
                        </a:defRPr>
                      </a:pPr>
                      <a:r>
                        <a:t>z-тест для долей + SRM-проверка; C1 по когортам через 45 дней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A78D6"/>
                </a:solidFill>
              </a:defRPr>
            </a:pPr>
            <a:r>
              <a:t>9 · 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B0B0B"/>
                </a:solidFill>
              </a:defRPr>
            </a:pPr>
            <a:r>
              <a:t>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0B0B0B"/>
                </a:solidFill>
              </a:defRPr>
            </a:pPr>
            <a:r>
              <a:t>1.  Запустить A/B-тест «ответ ≤ 15 минут» → ожидаемо +10.8% к C1, ≈ +€385k маржи в год</a:t>
            </a:r>
          </a:p>
          <a:p>
            <a:pPr>
              <a:spcAft>
                <a:spcPts val="800"/>
              </a:spcAft>
              <a:defRPr sz="1800" b="0">
                <a:solidFill>
                  <a:srgbClr val="0B0B0B"/>
                </a:solidFill>
              </a:defRPr>
            </a:pPr>
            <a:r>
              <a:t>2.  Отключить performancemax_eng_DE (€34k → 1 студент), перераспределить бюджет в Facebook wide/LAL, вебинары, бренд-поиск</a:t>
            </a:r>
          </a:p>
          <a:p>
            <a:pPr>
              <a:spcAft>
                <a:spcPts val="800"/>
              </a:spcAft>
              <a:defRPr sz="1800" b="0">
                <a:solidFill>
                  <a:srgbClr val="0B0B0B"/>
                </a:solidFill>
              </a:defRPr>
            </a:pPr>
            <a:r>
              <a:t>3.  Масштабировать отдел продаж вместе с бюджетом: контроль SLA по каждому менеджеру</a:t>
            </a:r>
          </a:p>
          <a:p>
            <a:pPr>
              <a:spcAft>
                <a:spcPts val="800"/>
              </a:spcAft>
              <a:defRPr sz="1800" b="0">
                <a:solidFill>
                  <a:srgbClr val="0B0B0B"/>
                </a:solidFill>
              </a:defRPr>
            </a:pPr>
            <a:r>
              <a:t>4.  Расширить вечерние группы (C1 почти вдвое выше), запустить вечерний Web Developer</a:t>
            </a:r>
          </a:p>
          <a:p>
            <a:pPr>
              <a:spcAft>
                <a:spcPts val="800"/>
              </a:spcAft>
              <a:defRPr sz="1800" b="0">
                <a:solidFill>
                  <a:srgbClr val="0B0B0B"/>
                </a:solidFill>
              </a:defRPr>
            </a:pPr>
            <a:r>
              <a:t>5.  Таргетинг на Берлин и крупные города, коммуникация для уровня B1</a:t>
            </a:r>
          </a:p>
          <a:p>
            <a:pPr>
              <a:spcAft>
                <a:spcPts val="800"/>
              </a:spcAft>
              <a:defRPr sz="1800" b="0">
                <a:solidFill>
                  <a:srgbClr val="0B0B0B"/>
                </a:solidFill>
              </a:defRPr>
            </a:pPr>
            <a:r>
              <a:t>6.  Единая UTM-разметка и обязательные поля CRM (продукт, тип оплаты, дата закрытия)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